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91522"/>
          </a:solidFill>
          <a:ln w="12700">
            <a:solidFill>
              <a:srgbClr val="0915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0078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-274320"/>
            <a:ext cx="2743200" cy="274320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365760"/>
            <a:ext cx="1645920" cy="1645920"/>
          </a:xfrm>
          <a:prstGeom prst="ellipse">
            <a:avLst/>
          </a:prstGeom>
          <a:solidFill>
            <a:srgbClr val="0078D4">
              <a:alpha val="32000"/>
            </a:srgbClr>
          </a:solidFill>
          <a:ln w="12700">
            <a:solidFill>
              <a:srgbClr val="0078D4">
                <a:alpha val="3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github.com/anirudhyadav/aibrd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AIBRD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411480" y="2395728"/>
            <a:ext cx="210312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0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to Living Specification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11480" y="318211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the thread between what the business asked for and what got shipped — permanently.”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1148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Anirudh Yadav  ·  v0.2  · 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Gap Nobody Talks About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896112"/>
            <a:ext cx="2670048" cy="27614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96112"/>
            <a:ext cx="2670048" cy="457200"/>
          </a:xfrm>
          <a:prstGeom prst="rect">
            <a:avLst/>
          </a:prstGeom>
          <a:solidFill>
            <a:srgbClr val="0056A0"/>
          </a:solidFill>
          <a:ln w="12700">
            <a:solidFill>
              <a:srgbClr val="00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96112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24140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get interpreted, partially implemented, or silently dropped within weeks of project start.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896112"/>
            <a:ext cx="2670048" cy="27614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96112"/>
            <a:ext cx="2670048" cy="457200"/>
          </a:xfrm>
          <a:prstGeom prst="rect">
            <a:avLst/>
          </a:prstGeom>
          <a:solidFill>
            <a:srgbClr val="0056A0"/>
          </a:solidFill>
          <a:ln w="12700">
            <a:solidFill>
              <a:srgbClr val="00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96112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28416" y="1444752"/>
            <a:ext cx="24140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release day, no one can confidently answer: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we build what the business asked for?”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53328" y="896112"/>
            <a:ext cx="2670048" cy="27614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53328" y="896112"/>
            <a:ext cx="2670048" cy="457200"/>
          </a:xfrm>
          <a:prstGeom prst="rect">
            <a:avLst/>
          </a:prstGeom>
          <a:solidFill>
            <a:srgbClr val="0056A0"/>
          </a:solidFill>
          <a:ln w="12700">
            <a:solidFill>
              <a:srgbClr val="00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896112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81344" y="1444752"/>
            <a:ext cx="24140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BRDs sit in SharePoint.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sits in git.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never meet again.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0896" y="3822192"/>
            <a:ext cx="8522208" cy="6217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0896" y="3822192"/>
            <a:ext cx="8522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AIBRD keeps that thread alive — inside the repo, versioned alongside the code.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0392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BRD In.  Living Spec Out.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896112"/>
            <a:ext cx="1920240" cy="27614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96112"/>
            <a:ext cx="1920240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78408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78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00584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1426464"/>
            <a:ext cx="17007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Word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BRD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49424" y="2244852"/>
            <a:ext cx="164592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214884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8D4"/>
                </a:solidFill>
              </a:rPr>
              <a:t>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05456" y="896112"/>
            <a:ext cx="1920240" cy="27614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05456" y="896112"/>
            <a:ext cx="1920240" cy="457200"/>
          </a:xfrm>
          <a:prstGeom prst="rect">
            <a:avLst/>
          </a:prstGeom>
          <a:solidFill>
            <a:srgbClr val="0056A0"/>
          </a:solidFill>
          <a:ln w="12700">
            <a:solidFill>
              <a:srgbClr val="005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978408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978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100584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15184" y="1426464"/>
            <a:ext cx="17007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· Flows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· Criteria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BF-001 · BR-012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62272" y="2244852"/>
            <a:ext cx="164592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214884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8D4"/>
                </a:solidFill>
              </a:rPr>
              <a:t>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18304" y="896112"/>
            <a:ext cx="1920240" cy="27614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896112"/>
            <a:ext cx="1920240" cy="457200"/>
          </a:xfrm>
          <a:prstGeom prst="rect">
            <a:avLst/>
          </a:prstGeom>
          <a:solidFill>
            <a:srgbClr val="005E20"/>
          </a:solidFill>
          <a:ln w="12700">
            <a:solidFill>
              <a:srgbClr val="005E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91456" y="978408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978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38928" y="100584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1426464"/>
            <a:ext cx="17007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.aibrd/CONTEXT.md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git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+ traceable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2244852"/>
            <a:ext cx="164592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14884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8D4"/>
                </a:solidFill>
              </a:rPr>
              <a:t>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31152" y="896112"/>
            <a:ext cx="1920240" cy="27614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31152" y="896112"/>
            <a:ext cx="1920240" cy="457200"/>
          </a:xfrm>
          <a:prstGeom prst="rect">
            <a:avLst/>
          </a:prstGeom>
          <a:solidFill>
            <a:srgbClr val="6A1A5A"/>
          </a:solidFill>
          <a:ln w="12700">
            <a:solidFill>
              <a:srgbClr val="6A1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04304" y="978408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4304" y="978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51776" y="100584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1426464"/>
            <a:ext cx="17007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· Tests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feed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10896" y="3822192"/>
            <a:ext cx="8522208" cy="6217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10896" y="3822192"/>
            <a:ext cx="8522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IDs — BF-001 · BR-012 · ACT-001 — never reused, never deleted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50392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 for Every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0896" y="896112"/>
            <a:ext cx="4059936" cy="347472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0896" y="896112"/>
            <a:ext cx="4059936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50976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Option A — MD Prompts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76732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 — copy, paste, done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LLM: Claude · ChatGPT · Gemini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templates covering every role:</a:t>
            </a:r>
            <a:endParaRPr lang="en-US" sz="1200" dirty="0"/>
          </a:p>
          <a:p>
            <a:pPr algn="l"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→ Extract &amp; Validate</a:t>
            </a:r>
            <a:endParaRPr lang="en-US" sz="1200" dirty="0"/>
          </a:p>
          <a:p>
            <a:pPr algn="l"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→ Gap analysis &amp; PR description</a:t>
            </a:r>
            <a:endParaRPr lang="en-US" sz="1200" dirty="0"/>
          </a:p>
          <a:p>
            <a:pPr algn="l"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→ Test cases</a:t>
            </a:r>
            <a:endParaRPr lang="en-US" sz="1200" dirty="0"/>
          </a:p>
          <a:p>
            <a:pPr algn="l"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→ OpenAPI contracts</a:t>
            </a:r>
            <a:endParaRPr lang="en-US" sz="1200" dirty="0"/>
          </a:p>
          <a:p>
            <a:pPr algn="l"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→ Progress report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✔  works fully offline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59152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896112"/>
            <a:ext cx="4059936" cy="347472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896112"/>
            <a:ext cx="4059936" cy="457200"/>
          </a:xfrm>
          <a:prstGeom prst="rect">
            <a:avLst/>
          </a:prstGeom>
          <a:solidFill>
            <a:srgbClr val="0056A0"/>
          </a:solidFill>
          <a:ln w="12700">
            <a:solidFill>
              <a:srgbClr val="00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950976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Option B — VS Code Extension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444752"/>
            <a:ext cx="376732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once, runs automatically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no extra API key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commands + @aibrd chat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Auto-writes .aibrd/ on BRD change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ingestion via REST API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gap check on every PR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Matrix tree view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staleness detection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" y="4535424"/>
            <a:ext cx="8522208" cy="6217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0896" y="4535424"/>
            <a:ext cx="8522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write to the same .aibrd/ format — start simple, scale when ready.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0392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Business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896112"/>
            <a:ext cx="2670048" cy="285292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09728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38912" y="21305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Templates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542032"/>
            <a:ext cx="1664208" cy="36576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633472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every role—zero new tooling required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896112"/>
            <a:ext cx="2670048" cy="285292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9728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291840" y="21305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Stable Traceability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03320" y="2542032"/>
            <a:ext cx="1664208" cy="36576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2633472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IDs in every commit, PR, test and release note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896112"/>
            <a:ext cx="2670048" cy="285292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44768" y="109728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2×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144768" y="21305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Paths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56248" y="2542032"/>
            <a:ext cx="1664208" cy="36576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2633472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MD today.</a:t>
            </a: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Copilot + CI/CD at scale.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3913632"/>
            <a:ext cx="9144000" cy="6217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3913632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github.com/anirudhyadav/aibrd</a:t>
            </a:r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MIT License   ·   No API keys required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0392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AIBRD — BRD to Living Specification</dc:title>
  <dc:subject>PptxGenJS Presentation</dc:subject>
  <dc:creator>Anirudh Yadav</dc:creator>
  <cp:lastModifiedBy>Anirudh Yadav</cp:lastModifiedBy>
  <cp:revision>1</cp:revision>
  <dcterms:created xsi:type="dcterms:W3CDTF">2026-05-03T12:01:31Z</dcterms:created>
  <dcterms:modified xsi:type="dcterms:W3CDTF">2026-05-03T12:01:31Z</dcterms:modified>
</cp:coreProperties>
</file>