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645920" cy="2560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46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v0.2.0  ·  MIT License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aibrd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</a:rPr>
              <a:t>BRD → Living Specification → Code 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Converts Business Requirements Documents into a version-controlled
living specification inside your repository — keeping the thread
between what the business asked for and what shipped, alive permanently.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6858000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49884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VS Code Extension  ·  No API key — uses Copilot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937759"/>
            <a:ext cx="685800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00176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Python Library  ·  Bring your own LLM key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731520"/>
            <a:ext cx="5029200" cy="3474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0" y="731520"/>
            <a:ext cx="5029200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95160" y="822960"/>
            <a:ext cx="109728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78040" y="822960"/>
            <a:ext cx="109728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822960"/>
            <a:ext cx="109728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1051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$ aibrd init ./brd.pdf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39903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74650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Detecting modules...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09397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Extracting: payments...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4414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Extracting: auth...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788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1363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  ✓ 12 flows  ·  24 rules  ·  18 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48386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  ✓ .aibrd/ written — commit to git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Anirudh Yadav  ·  github.com/anirudhyadav/aibrd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BD5E1"/>
                </a:solidFill>
              </a:rPr>
              <a:t>Every team loses the thread between the BRD and the code.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749039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45720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4475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📋  Requirements drift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19072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BRDs are exported to PDF, shared over email,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then forgotten as code evolves in a different direction.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749039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45720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4475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🔍  No traceability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19072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By release day, no one can confidently answer: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20240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"Did we build what the business actually asked for?"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749039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45720" cy="2011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44475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🔄  PO updates lost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719072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Mid-sprint requirement changes arrive via Slack or Jira.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920240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They never make it back into the spec.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66160"/>
            <a:ext cx="3749039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566160"/>
            <a:ext cx="45720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63931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❌  Test coverage gaps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913632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QA writes tests against what developers built,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114800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not against what the BRD required.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566160"/>
            <a:ext cx="3749039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566160"/>
            <a:ext cx="45720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363931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📊  Release anxiety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913632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Release notes are written from memory.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114800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Compliance sign-off has no traceable evidence.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566160"/>
            <a:ext cx="3749039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3566160"/>
            <a:ext cx="45720" cy="2011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63931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⏳  Stale specs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913632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After 3 months, no one trusts the spec.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114800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After 6 months, it's ignored entirely.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BD5E1"/>
                </a:solidFill>
              </a:rPr>
              <a:t>One command. Every role served. The spec lives in git.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123444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26187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3898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18288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84831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BRD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PDF · DOCX · MD
Confluence page</a:t>
            </a:r>
          </a:p>
        </p:txBody>
      </p:sp>
      <p:sp>
        <p:nvSpPr>
          <p:cNvPr id="11" name="Oval 10"/>
          <p:cNvSpPr/>
          <p:nvPr/>
        </p:nvSpPr>
        <p:spPr>
          <a:xfrm>
            <a:off x="2971800" y="12344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0087" y="126187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3898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2011680"/>
            <a:ext cx="18288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2084831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Parse &amp; Chunk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42316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Token-aware splitter
Preserves context</a:t>
            </a:r>
          </a:p>
        </p:txBody>
      </p:sp>
      <p:sp>
        <p:nvSpPr>
          <p:cNvPr id="17" name="Oval 16"/>
          <p:cNvSpPr/>
          <p:nvPr/>
        </p:nvSpPr>
        <p:spPr>
          <a:xfrm>
            <a:off x="4937760" y="123444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126187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13898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011680"/>
            <a:ext cx="18288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084831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LLM Extract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42316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Actors · Flows · Rules
Acceptance Criteria</a:t>
            </a:r>
          </a:p>
        </p:txBody>
      </p:sp>
      <p:sp>
        <p:nvSpPr>
          <p:cNvPr id="23" name="Oval 22"/>
          <p:cNvSpPr/>
          <p:nvPr/>
        </p:nvSpPr>
        <p:spPr>
          <a:xfrm>
            <a:off x="6903720" y="123444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22007" y="126187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13898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011680"/>
            <a:ext cx="18288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79" y="2084831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Assign IDs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242316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PAY-BF-001 stable
Never reused</a:t>
            </a:r>
          </a:p>
        </p:txBody>
      </p:sp>
      <p:sp>
        <p:nvSpPr>
          <p:cNvPr id="29" name="Oval 28"/>
          <p:cNvSpPr/>
          <p:nvPr/>
        </p:nvSpPr>
        <p:spPr>
          <a:xfrm>
            <a:off x="8869680" y="12344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26187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13898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011680"/>
            <a:ext cx="18288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084831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Generate Outputs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42316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CONTEXT.md · RTM
Tests · Reports</a:t>
            </a:r>
          </a:p>
        </p:txBody>
      </p:sp>
      <p:sp>
        <p:nvSpPr>
          <p:cNvPr id="35" name="Oval 34"/>
          <p:cNvSpPr/>
          <p:nvPr/>
        </p:nvSpPr>
        <p:spPr>
          <a:xfrm>
            <a:off x="10835640" y="123444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53928" y="126187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95560" y="2011680"/>
            <a:ext cx="18288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87000" y="2084831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Commit to Git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242316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Version-controlled
Living spec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703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</a:rPr>
              <a:t>What each role does with the living spec: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069080"/>
            <a:ext cx="160020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4069080"/>
            <a:ext cx="16002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" y="41605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Developer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" y="44805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@aibrd tasks
@aibrd coverage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11680" y="4069080"/>
            <a:ext cx="160020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011680" y="4069080"/>
            <a:ext cx="1600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84832" y="41605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QA / Tester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84832" y="44805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aibrd: Generate
Test Cases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03320" y="4069080"/>
            <a:ext cx="160020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03320" y="4069080"/>
            <a:ext cx="1600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76472" y="41605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Scrum Master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76472" y="44805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aibrd: Generate
Sprint Feed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94960" y="4069080"/>
            <a:ext cx="160020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94960" y="4069080"/>
            <a:ext cx="16002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68112" y="41605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Architect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68112" y="44805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aibrd: Derive
API Contracts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86600" y="4069080"/>
            <a:ext cx="160020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086600" y="4069080"/>
            <a:ext cx="16002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59752" y="41605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Release Mgr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59752" y="44805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aibrd: Release
Notes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78240" y="4069080"/>
            <a:ext cx="160020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778240" y="4069080"/>
            <a:ext cx="1600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51392" y="41605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Product Owner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51392" y="44805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aibrd: PO
Progress Report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469880" y="4069080"/>
            <a:ext cx="160020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469880" y="4069080"/>
            <a:ext cx="1600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43032" y="41605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Compliance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43032" y="44805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aibrd: Map
Frameworks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56692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Auto-detected: flat mode (small projects) · modular mode (large, multi-domain projects)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VS Code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GitHub Enterprise + Copilot  ·  No API key  ·  Org-wide VSIX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760720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71016"/>
            <a:ext cx="56235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7607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91056"/>
            <a:ext cx="25923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aibrd: Initialize from BRD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5691" y="1591056"/>
            <a:ext cx="299557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Parse PDF/DOCX/MD → full .aibrd/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38528"/>
            <a:ext cx="57607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975104"/>
            <a:ext cx="25923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aibrd: Update with new requirement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5691" y="1975104"/>
            <a:ext cx="299557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PO requirement → new IDs → CONTEXT.md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22576"/>
            <a:ext cx="57607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359152"/>
            <a:ext cx="25923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aibrd: Generate Test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5691" y="2359152"/>
            <a:ext cx="299557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Given/When/Then per AC + boundary per BR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06624"/>
            <a:ext cx="57607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743200"/>
            <a:ext cx="25923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aibrd: Generate Release 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5691" y="2743200"/>
            <a:ext cx="299557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git diff → requirement-mapped release notes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90672"/>
            <a:ext cx="57607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127248"/>
            <a:ext cx="25923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aibrd: Show Traceability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5691" y="3127248"/>
            <a:ext cx="299557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RTM tree view in Explorer sidebar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74720"/>
            <a:ext cx="57607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511296"/>
            <a:ext cx="25923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aibrd: Show Gap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5691" y="3511296"/>
            <a:ext cx="299557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Open file vs requirements → coverage gaps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49039"/>
            <a:ext cx="576072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785615"/>
            <a:ext cx="56235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Quality &amp; Analysis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069079"/>
            <a:ext cx="57607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4105655"/>
            <a:ext cx="25923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aibrd: Analyse Change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5691" y="4105655"/>
            <a:ext cx="299557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Diff two BRD versions → flag scope drift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53127"/>
            <a:ext cx="57607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489703"/>
            <a:ext cx="25923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aibrd: Validate CONTEXT.md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5691" y="4489703"/>
            <a:ext cx="299557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Checks cross-refs, dupes, changelogs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837175"/>
            <a:ext cx="57607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4873751"/>
            <a:ext cx="25923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aibrd: Draft Pull Request Desc.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5691" y="4873751"/>
            <a:ext cx="299557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git diff + IDs → traceable PR description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1234440"/>
            <a:ext cx="548640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1271016"/>
            <a:ext cx="5349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Delivery Tools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1554480"/>
            <a:ext cx="548640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159105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aibrd: Generate Sprint Feed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4544" y="1591056"/>
            <a:ext cx="2852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TASK-001 with story points + AC checklist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1938528"/>
            <a:ext cx="548640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197510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aibrd: Derive API Contracts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24544" y="1975104"/>
            <a:ext cx="2852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Flows → OpenAPI 3.0 YAML or Markdown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2322576"/>
            <a:ext cx="548640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10528" y="235915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aibrd: Generate PO 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24544" y="2359152"/>
            <a:ext cx="2852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Plain-English progress report for PO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2706624"/>
            <a:ext cx="548640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0528" y="27432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aibrd: Map Compliance Frameworks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24544" y="2743200"/>
            <a:ext cx="2852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GDPR · WCAG · HIPAA · SOX · PCI-DSS · ISO27001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383280"/>
            <a:ext cx="548640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3419856"/>
            <a:ext cx="5349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Ingestion &amp; Traceability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3703320"/>
            <a:ext cx="548640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10528" y="373989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aibrd: Ingest from Confluence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24544" y="3739896"/>
            <a:ext cx="2852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Fetch page + children via REST API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4087368"/>
            <a:ext cx="548640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10528" y="412394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aibrd: Check Requirement Staleness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24544" y="4123944"/>
            <a:ext cx="2852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BF-XXX vs git log → 14/30-day drift flags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4471416"/>
            <a:ext cx="548640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10528" y="450799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aibrd: Link Requirements to Tests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24544" y="4507992"/>
            <a:ext cx="2852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Scan test files for ID mentions → coverage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💬  @aibrd  ·  answer questions · tasks · coverage · rtm  — token-aware, no full-context dump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Python Library &amp;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Personal repos · CI pipelines · bring-your-own LLM key · import aibrd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LLM auto-detection: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36192"/>
            <a:ext cx="36576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36192"/>
            <a:ext cx="54864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①  Anthropic 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9222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B82F6"/>
                </a:solidFill>
              </a:rPr>
              <a:t>ANTHROPIC_API_KEY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36192"/>
            <a:ext cx="36576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536192"/>
            <a:ext cx="54864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57276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②  GitHub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79222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B981"/>
                </a:solidFill>
              </a:rPr>
              <a:t>GITHUB_TOKEN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536192"/>
            <a:ext cx="36576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36192"/>
            <a:ext cx="54864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57276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③  OpenAI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79222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OPENAI_API_KEY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94560"/>
            <a:ext cx="566928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231136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Core Commands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496312"/>
            <a:ext cx="566928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54203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aibrd init ./brd.pdf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834640"/>
            <a:ext cx="566928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8803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aibrd update "PO text"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172968"/>
            <a:ext cx="566928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3218687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aibrd tests [--module slug]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11296"/>
            <a:ext cx="566928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3557015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aibrd gaps src/file.py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49624"/>
            <a:ext cx="566928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89534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aibrd release v2.3.0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160520"/>
            <a:ext cx="566928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197096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Quality &amp;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462272"/>
            <a:ext cx="566928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45079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aibrd validate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800600"/>
            <a:ext cx="566928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4846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aibrd pr-draft [--base main]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138928"/>
            <a:ext cx="566928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51846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aibrd change-impact ./brd-v2.pdf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2194560"/>
            <a:ext cx="557784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2231136"/>
            <a:ext cx="54406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Delivery Tools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2496312"/>
            <a:ext cx="557784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8" y="2542032"/>
            <a:ext cx="53949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aibrd sprint [--github-issues]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2834640"/>
            <a:ext cx="557784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2880360"/>
            <a:ext cx="53949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aibrd api-contracts [--format openapi]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3172968"/>
            <a:ext cx="557784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9088" y="3218687"/>
            <a:ext cx="53949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aibrd po-report v2.3.0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3511296"/>
            <a:ext cx="557784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19088" y="3557015"/>
            <a:ext cx="53949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aibrd compliance --fw GDPR --fw HIPAA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4160520"/>
            <a:ext cx="557784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197096"/>
            <a:ext cx="54406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Ingestion &amp; Traceability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4462272"/>
            <a:ext cx="557784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9088" y="4507992"/>
            <a:ext cx="53949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aibrd confluence --url … --space ENG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4800600"/>
            <a:ext cx="557784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19088" y="4846320"/>
            <a:ext cx="53949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aibrd stale [--module slug]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5138928"/>
            <a:ext cx="557784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19088" y="5184648"/>
            <a:ext cx="53949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aibrd test-linkage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import aibrd  ·  All generators, analyzers, parsers available as Python modules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.aibrd/ Living Specification Folder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Commit it to git  ·  Both tools write the same format  ·  Never loses IDs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5212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.aibrd/  (flat mode)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819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B82F6"/>
                </a:solidFill>
              </a:rPr>
              <a:t>├── registry.json       ← ID counter, never reused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836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B981"/>
                </a:solidFill>
              </a:rPr>
              <a:t>├── CONTEXT.md          ← actors · flows · rules · 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8541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B981"/>
                </a:solidFill>
              </a:rPr>
              <a:t>├── index.md            ← traceability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871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├── ambiguity-report.md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├── conflict-report.md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906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├── change-impact-report.md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924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├── compliance-map.md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941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├── sprint-feed.md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959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├── staleness-report.md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├── test-linkage-report.md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99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├── openapi.yaml / api-contracts.md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901183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├── tests/test-cases.md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2029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└── releases/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046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    ├── v1.0.md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06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    └── po-report-v1.0.md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1188720"/>
            <a:ext cx="5943600" cy="2834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128016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F59E0B"/>
                </a:solidFill>
              </a:rPr>
              <a:t>.aibrd/  (modular mode)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149047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CBD5E1"/>
                </a:solidFill>
              </a:rPr>
              <a:t>├── modules/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170078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CBD5E1"/>
                </a:solidFill>
              </a:rPr>
              <a:t>│   ├── payments/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1911095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CBD5E1"/>
                </a:solidFill>
              </a:rPr>
              <a:t>│   │   ├── CONTEXT.md   # PAY-BF-001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12140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CBD5E1"/>
                </a:solidFill>
              </a:rPr>
              <a:t>│   │   ├── PAY-openapi.yaml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33172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CBD5E1"/>
                </a:solidFill>
              </a:rPr>
              <a:t>│   │   └── tests/test-cases.md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54203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CBD5E1"/>
                </a:solidFill>
              </a:rPr>
              <a:t>│   ├── auth/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275234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CBD5E1"/>
                </a:solidFill>
              </a:rPr>
              <a:t>│   │   └── CONTEXT.md   # AUTH-BF-001 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296265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CBD5E1"/>
                </a:solidFill>
              </a:rPr>
              <a:t>│   └── notifications/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317296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CBD5E1"/>
                </a:solidFill>
              </a:rPr>
              <a:t>└── shared/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338328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CBD5E1"/>
                </a:solidFill>
              </a:rPr>
              <a:t>    ├── actors.md        # ACT-001 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59359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CBD5E1"/>
                </a:solidFill>
              </a:rPr>
              <a:t>    └── global-rules.md  # GBR-001 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4160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Stable ID System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60" y="4526280"/>
            <a:ext cx="5943600" cy="2743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97880" y="456285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56285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Format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4562856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Example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4562856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Generated By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2160" y="4818888"/>
            <a:ext cx="59436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97880" y="485546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Business 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85546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PAY-BF-NNN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485546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PAY-BF-012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485546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init / update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52160" y="5111496"/>
            <a:ext cx="59436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97880" y="514807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Business Rule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514807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PAY-BR-NNN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514807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PAY-BR-007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514807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init / update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52160" y="5404104"/>
            <a:ext cx="59436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97880" y="544068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Acceptance Criteria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544068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PAY-AC-NNN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60" y="5440680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PAY-AC-009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5440680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init / update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52160" y="5696712"/>
            <a:ext cx="59436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97880" y="573328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Test Case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573328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PAY-TC-NNN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81160" y="573328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PAY-TC-003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573328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Generate Tests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60" y="5989320"/>
            <a:ext cx="59436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97880" y="602589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Release Note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0" y="602589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RN-NNN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81160" y="6025896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RN-004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6025896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Release Notes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52160" y="6281928"/>
            <a:ext cx="59436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897880" y="631850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Actor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72400" y="631850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ACT-NNN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81160" y="631850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ACT-002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631850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init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</a:rPr>
              <a:t>⚠  Counters only go up — IDs are never reused even if a requirement is deleted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All local  ·  No backend  ·  No data leaves the developer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749039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749039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Input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6002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PDF Parser (pdf-parse)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03911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DOCX Parser (mammoth)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47802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Markdown Parser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91693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Confluence REST Ingester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34440"/>
            <a:ext cx="3749039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34440"/>
            <a:ext cx="3749039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28016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LLM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16002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vscode.lm  (Copilot — no key)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203911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Anthropic / GitHub Models / OpenAI  (Python)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247802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Token-aware chunker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291693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callLLM() · callLLMJson&lt;T&gt;()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34440"/>
            <a:ext cx="3749039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234440"/>
            <a:ext cx="3749039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28016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Core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16002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Module Detector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03911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Extractors: Actors · Flows · Rules · 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47802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Registry (append-only ID counter)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91693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Resolver (cross-ref linker)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49039"/>
            <a:ext cx="3749039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749039"/>
            <a:ext cx="3749039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94759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Generator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41148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CONTEXT.md · RTM · Test Cases · Sprint Feed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455371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API Contracts · PO Report · Compliance 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499262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Release Notes · Ambiguity · Conflict Reports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3749039"/>
            <a:ext cx="3749039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3749039"/>
            <a:ext cx="3749039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3794759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Analyzer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0832" y="41148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Gap Detector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2" y="455371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Change Impact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0832" y="499262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Validator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0832" y="543153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Stale Detector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2" y="587044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Test Linkage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3749039"/>
            <a:ext cx="3749039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3749039"/>
            <a:ext cx="3749039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3794759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Output 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41148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workspace/writer.ts (VS Code)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02752" y="455371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workspace/writer.py (Python)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2752" y="499262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• .aibrd/ folder — git-committed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GitHub Actions reusable workflow  ·  GITHUB_TOKEN + GitHub Models  ·  No separate API key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Deployment &amp; Onboarding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557784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VS Code Extension — Org Track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78308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399032"/>
            <a:ext cx="475488" cy="47548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417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9293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Package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203704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npm install &amp;&amp; npx vsce package
Distribute .vsix via MDM or VS Code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79" y="1325880"/>
            <a:ext cx="178308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80359" y="1399032"/>
            <a:ext cx="475488" cy="47548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1417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3432" y="19293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Team Opens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3432" y="2203704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File → Open Folder in VS Code
Copilot license covers everything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1325880"/>
            <a:ext cx="178308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80" y="1399032"/>
            <a:ext cx="475488" cy="47548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1417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293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Tech Lead Inits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87952" y="2203704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aibrd: Initialize from BRD
Select PDF/DOCX/MD or ingest from Confluence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26080"/>
            <a:ext cx="178308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2999232"/>
            <a:ext cx="475488" cy="47548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3017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35295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Commit .aibrd/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3803904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git add .aibrd/ &amp;&amp; git commit
Spec is now version-controlled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79" y="2926080"/>
            <a:ext cx="178308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880359" y="2999232"/>
            <a:ext cx="475488" cy="47548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98648" y="3017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13432" y="35295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Add CI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13432" y="3803904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uses: org/aibrd/.github/workflows/
aibrd-reusable.yml@main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2926080"/>
            <a:ext cx="178308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754880" y="2999232"/>
            <a:ext cx="475488" cy="47548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73168" y="3017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7952" y="35295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Share Playbook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87952" y="3803904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PLAYBOOK.md covers every role:
Dev · QA · Lead · Release Mgr · PO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868680"/>
            <a:ext cx="557784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8961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Python Library — Personal / CI Track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1325880"/>
            <a:ext cx="178308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858000" y="139903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76288" y="1417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19293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Install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1072" y="2203704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pip install -e pythonlibrary/
aibrd --help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92440" y="1325880"/>
            <a:ext cx="178308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732519" y="139903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50808" y="1417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65592" y="19293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Set LLM Key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5592" y="2203704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export ANTHROPIC_API_KEY=...
or GITHUB_TOKEN (free)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66959" y="1325880"/>
            <a:ext cx="178308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07039" y="139903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25328" y="1417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40111" y="19293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Init Project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40111" y="2203704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aibrd init ./brd.pdf
.aibrd/ generated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2926080"/>
            <a:ext cx="178308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858000" y="299923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76288" y="3017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91072" y="35295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Commit .aibrd/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1072" y="3803904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git add .aibrd/ &amp;&amp; git commit
Spec in git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92440" y="2926080"/>
            <a:ext cx="178308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732519" y="299923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50808" y="3017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65592" y="35295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Daily Usage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65592" y="3803904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aibrd sprint  ·  aibrd gaps
aibrd validate  ·  aibrd stale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966959" y="2926080"/>
            <a:ext cx="178308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07039" y="299923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625328" y="3017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40111" y="35295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CI Integration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40111" y="3803904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aibrd validate → exit 1 on fail
aibrd stale → exit 1 if stale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Scale: same .aibrd/ format across 100s of Python and Java repos — one reusable workflow handles all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Complete Feature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109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B82F6"/>
                </a:solidFill>
              </a:rPr>
              <a:t>aibrd v0.2.0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16 VS Code commands  ·  15 Python CLI commands  ·  Modular + Flat 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04672"/>
            <a:ext cx="29718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822960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52144"/>
            <a:ext cx="29718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52144"/>
            <a:ext cx="36576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887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aibrd: Initialize from BRD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630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Parse PDF/DOCX/MD → actors, flows, rules, AC, IDs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74519"/>
            <a:ext cx="29718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874519"/>
            <a:ext cx="36576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91109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aibrd: 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185415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PO requirement → stable IDs → CONTEXT.md append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596896"/>
            <a:ext cx="29718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596896"/>
            <a:ext cx="36576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6334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aibrd: Generate Test Cases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907791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Gherkin per AC + boundary per BR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319272"/>
            <a:ext cx="29718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319272"/>
            <a:ext cx="36576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3558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aibrd: Generate Release Notes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6301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git diff → requirement-ID mapped release notes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041648"/>
            <a:ext cx="29718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041648"/>
            <a:ext cx="36576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07822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aibrd: Show Traceability Matrix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35254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RTM tree view in VS Code Explorer sidebar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764024"/>
            <a:ext cx="29718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4764024"/>
            <a:ext cx="36576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8006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aibrd: Show Gap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0749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Open file vs CONTEXT.md → coverage gaps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486400"/>
            <a:ext cx="29718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486400"/>
            <a:ext cx="36576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5229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@aibrd (Copilot Chat)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79729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tasks · coverage · analyze ID · rtm queries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7560" y="804672"/>
            <a:ext cx="29718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10712" y="822960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Quality &amp; Analysis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37560" y="1152144"/>
            <a:ext cx="29718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37560" y="1152144"/>
            <a:ext cx="36576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9000" y="11887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aibrd: Analyse Change Impact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0" y="14630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Diff two BRD versions → scope drift, new, removed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37560" y="1874519"/>
            <a:ext cx="29718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37560" y="1874519"/>
            <a:ext cx="36576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29000" y="191109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aibrd: Validate CONTEXT.md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0" y="2185415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Cross-refs, duplicate IDs, changelogs — pure logic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37560" y="2596896"/>
            <a:ext cx="29718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37560" y="2596896"/>
            <a:ext cx="36576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29000" y="26334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aibrd: Draft Pull Request Desc.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29000" y="2907791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git diff + requirements → traceable PR description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37560" y="3319272"/>
            <a:ext cx="2971800" cy="6858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37560" y="3319272"/>
            <a:ext cx="36576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742432" y="3355848"/>
            <a:ext cx="530352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0" y="3374136"/>
            <a:ext cx="5120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CLI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29000" y="33558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 validate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29000" y="36301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Exit 1 on failure — safe for CI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37560" y="4041648"/>
            <a:ext cx="2971800" cy="6858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37560" y="4041648"/>
            <a:ext cx="36576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42432" y="4078224"/>
            <a:ext cx="530352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60720" y="4096511"/>
            <a:ext cx="5120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CLI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29000" y="407822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 pr-draft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29000" y="435254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Base branch configurable, prints to stdout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37560" y="4764024"/>
            <a:ext cx="2971800" cy="6858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337560" y="4764024"/>
            <a:ext cx="36576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742432" y="4800600"/>
            <a:ext cx="530352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60720" y="4818888"/>
            <a:ext cx="5120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CLI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29000" y="48006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 change-impact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29000" y="50749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File input, saves change-impact-report.md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0" y="804672"/>
            <a:ext cx="272491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73952" y="822960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Delivery Tools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0" y="1152144"/>
            <a:ext cx="2724912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1152144"/>
            <a:ext cx="36576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92240" y="1188720"/>
            <a:ext cx="2587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aibrd: Generate Sprint Feed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92240" y="1463040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TASK-001 · story points · priority · AC checklist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0" y="1874519"/>
            <a:ext cx="2724912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00800" y="1874519"/>
            <a:ext cx="36576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92240" y="1911095"/>
            <a:ext cx="2587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aibrd: Derive API Contracts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92240" y="2185415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Business flows → OpenAPI 3.0 YAML or Markdown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0" y="2596896"/>
            <a:ext cx="2724912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00800" y="2596896"/>
            <a:ext cx="36576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92240" y="2633472"/>
            <a:ext cx="2587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aibrd: Generate PO Report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92240" y="2907791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Plain-English, no IDs visible — for PO sign-off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00800" y="3319272"/>
            <a:ext cx="2724912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400800" y="3319272"/>
            <a:ext cx="36576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92240" y="3355848"/>
            <a:ext cx="2587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aibrd: Map Compliance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92240" y="3630168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GDPR · WCAG · HIPAA · SOX · PCI-DSS · ISO27001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00800" y="4041648"/>
            <a:ext cx="2724912" cy="6858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400800" y="4041648"/>
            <a:ext cx="36576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58784" y="4078224"/>
            <a:ext cx="530352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577072" y="4096511"/>
            <a:ext cx="5120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CLI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92240" y="4078224"/>
            <a:ext cx="2587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 sprint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92240" y="4352544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--github-issues for GitHub Issues API JSON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400800" y="4764024"/>
            <a:ext cx="2724912" cy="6858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00800" y="4764024"/>
            <a:ext cx="36576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58784" y="4800600"/>
            <a:ext cx="530352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577072" y="4818888"/>
            <a:ext cx="5120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CLI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92240" y="4800600"/>
            <a:ext cx="2587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 api-contracts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92240" y="5074920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--format openapi or markdown, per module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00800" y="5486400"/>
            <a:ext cx="2724912" cy="6858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400800" y="5486400"/>
            <a:ext cx="36576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558784" y="5522976"/>
            <a:ext cx="530352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577072" y="5541264"/>
            <a:ext cx="5120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CLI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92240" y="5522976"/>
            <a:ext cx="2587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 po-report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92240" y="5797296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git range configurable, saves to releases/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00800" y="6208776"/>
            <a:ext cx="2724912" cy="6858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400800" y="6208776"/>
            <a:ext cx="36576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558784" y="6245352"/>
            <a:ext cx="530352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577072" y="6263640"/>
            <a:ext cx="5120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CLI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92240" y="6245352"/>
            <a:ext cx="2587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 compliance 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92240" y="6519672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--fw flag repeatable for multiple frameworks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189720" y="804672"/>
            <a:ext cx="292608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262872" y="8229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Ingestion &amp; Traceability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189720" y="1152144"/>
            <a:ext cx="292608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189720" y="1152144"/>
            <a:ext cx="36576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281160" y="118872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aibrd: Ingest from Confluence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281160" y="146304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Cloud (email+token) or Server/DC (PAT) via REST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189720" y="1874519"/>
            <a:ext cx="292608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189720" y="1874519"/>
            <a:ext cx="36576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281160" y="1911095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aibrd: Check Requirement Staleness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281160" y="2185415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BF-XXX vs git log → 🔴 Stale 🟡 Drifting 🟢 Ok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189720" y="2596896"/>
            <a:ext cx="292608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189720" y="2596896"/>
            <a:ext cx="36576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281160" y="263347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aibrd: Link Requirements to Tests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281160" y="2907791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Scan test files for ID mentions → coverage 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189720" y="3319272"/>
            <a:ext cx="2926080" cy="6858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189720" y="3319272"/>
            <a:ext cx="36576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548872" y="3355848"/>
            <a:ext cx="530352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1567160" y="3374136"/>
            <a:ext cx="5120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CLI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281160" y="3355848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 confluence 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281160" y="3630168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CONFLUENCE_TOKEN env var supported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89720" y="4041648"/>
            <a:ext cx="2926080" cy="6858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189720" y="4041648"/>
            <a:ext cx="36576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1548872" y="4078224"/>
            <a:ext cx="530352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1567160" y="4096511"/>
            <a:ext cx="5120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CLI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281160" y="4078224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 stale 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281160" y="4352544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Exit 1 if stale — CI-safe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189720" y="4764024"/>
            <a:ext cx="2926080" cy="6858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189720" y="4764024"/>
            <a:ext cx="36576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1548872" y="4800600"/>
            <a:ext cx="530352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1567160" y="4818888"/>
            <a:ext cx="5120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CLI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281160" y="480060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aibrd test-linkage 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281160" y="507492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Per-module or all, saves test-linkage-report.md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74320" y="660196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475569"/>
                </a:solidFill>
              </a:rPr>
              <a:t>Both tools write the same .aibrd/ format  ·  Flat + Modular mode auto-detected  ·  IDs never reused  ·  No API key for VS Code  ·  Commit .aibrd/ to 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